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sldIdLst>
    <p:sldId id="256" r:id="rId6"/>
  </p:sldIdLst>
  <p:sldSz cy="22402800" cx="33375600"/>
  <p:notesSz cx="6858000" cy="9144000"/>
  <p:embeddedFontLst>
    <p:embeddedFont>
      <p:font typeface="Lexend SemiBold"/>
      <p:regular r:id="rId7"/>
      <p:bold r:id="rId8"/>
    </p:embeddedFont>
    <p:embeddedFont>
      <p:font typeface="Lexend Medium"/>
      <p:regular r:id="rId9"/>
      <p:bold r:id="rId10"/>
    </p:embeddedFont>
    <p:embeddedFont>
      <p:font typeface="Lexen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037">
          <p15:clr>
            <a:srgbClr val="747775"/>
          </p15:clr>
        </p15:guide>
        <p15:guide id="2" pos="20880">
          <p15:clr>
            <a:srgbClr val="747775"/>
          </p15:clr>
        </p15:guide>
        <p15:guide id="3" pos="20949">
          <p15:clr>
            <a:srgbClr val="747775"/>
          </p15:clr>
        </p15:guide>
        <p15:guide id="4" pos="144">
          <p15:clr>
            <a:srgbClr val="747775"/>
          </p15:clr>
        </p15:guide>
        <p15:guide id="5" pos="70">
          <p15:clr>
            <a:srgbClr val="747775"/>
          </p15:clr>
        </p15:guide>
        <p15:guide id="6" orient="horz" pos="68">
          <p15:clr>
            <a:srgbClr val="747775"/>
          </p15:clr>
        </p15:guide>
        <p15:guide id="7" orient="horz" pos="144">
          <p15:clr>
            <a:srgbClr val="747775"/>
          </p15:clr>
        </p15:guide>
        <p15:guide id="8" orient="horz" pos="13968">
          <p15:clr>
            <a:srgbClr val="747775"/>
          </p15:clr>
        </p15:guide>
        <p15:guide id="9" pos="576">
          <p15:clr>
            <a:srgbClr val="00FF00"/>
          </p15:clr>
        </p15:guide>
        <p15:guide id="10" pos="20448">
          <p15:clr>
            <a:srgbClr val="00FF00"/>
          </p15:clr>
        </p15:guide>
        <p15:guide id="11" orient="horz" pos="13536">
          <p15:clr>
            <a:srgbClr val="00FF00"/>
          </p15:clr>
        </p15:guide>
        <p15:guide id="12" orient="horz" pos="576">
          <p15:clr>
            <a:srgbClr val="00FF00"/>
          </p15:clr>
        </p15:guide>
        <p15:guide id="13" orient="horz" pos="2637">
          <p15:clr>
            <a:srgbClr val="00FF00"/>
          </p15:clr>
        </p15:guide>
        <p15:guide id="14" orient="horz" pos="2868">
          <p15:clr>
            <a:srgbClr val="00FF00"/>
          </p15:clr>
        </p15:guide>
        <p15:guide id="15" pos="10512">
          <p15:clr>
            <a:srgbClr val="FF0000"/>
          </p15:clr>
        </p15:guide>
        <p15:guide id="16" pos="7120">
          <p15:clr>
            <a:srgbClr val="00FF00"/>
          </p15:clr>
        </p15:guide>
        <p15:guide id="17" pos="13905">
          <p15:clr>
            <a:srgbClr val="00FF00"/>
          </p15:clr>
        </p15:guide>
        <p15:guide id="18" pos="14135">
          <p15:clr>
            <a:srgbClr val="00FF00"/>
          </p15:clr>
        </p15:guide>
        <p15:guide id="19" pos="6889">
          <p15:clr>
            <a:srgbClr val="00FF00"/>
          </p15:clr>
        </p15:guide>
        <p15:guide id="20" orient="horz" pos="5631">
          <p15:clr>
            <a:srgbClr val="FFFF00"/>
          </p15:clr>
        </p15:guide>
        <p15:guide id="21" orient="horz" pos="5863">
          <p15:clr>
            <a:srgbClr val="FFFF00"/>
          </p15:clr>
        </p15:guide>
        <p15:guide id="22" orient="horz" pos="8138">
          <p15:clr>
            <a:srgbClr val="FFFF00"/>
          </p15:clr>
        </p15:guide>
        <p15:guide id="23" orient="horz" pos="7908">
          <p15:clr>
            <a:srgbClr val="FFFF00"/>
          </p15:clr>
        </p15:guide>
        <p15:guide id="24" orient="horz" pos="7195">
          <p15:clr>
            <a:srgbClr val="FF00FF"/>
          </p15:clr>
        </p15:guide>
        <p15:guide id="25" orient="horz" pos="7425">
          <p15:clr>
            <a:srgbClr val="FF00FF"/>
          </p15:clr>
        </p15:guide>
        <p15:guide id="26" pos="3732">
          <p15:clr>
            <a:srgbClr val="FF0000"/>
          </p15:clr>
        </p15:guide>
        <p15:guide id="27" pos="17292">
          <p15:clr>
            <a:srgbClr val="FF0000"/>
          </p15:clr>
        </p15:guide>
        <p15:guide id="28" orient="horz" pos="10263">
          <p15:clr>
            <a:srgbClr val="FF00FF"/>
          </p15:clr>
        </p15:guide>
        <p15:guide id="29" orient="horz" pos="10495">
          <p15:clr>
            <a:srgbClr val="FF00FF"/>
          </p15:clr>
        </p15:guide>
        <p15:guide id="30" orient="horz" pos="3382">
          <p15:clr>
            <a:srgbClr val="00FFFF"/>
          </p15:clr>
        </p15:guide>
        <p15:guide id="31" orient="horz" pos="3525">
          <p15:clr>
            <a:srgbClr val="00FFFF"/>
          </p15:clr>
        </p15:guide>
        <p15:guide id="32" pos="14365">
          <p15:clr>
            <a:srgbClr val="00FFFF"/>
          </p15:clr>
        </p15:guide>
        <p15:guide id="33" pos="20218">
          <p15:clr>
            <a:srgbClr val="00FFFF"/>
          </p15:clr>
        </p15:guide>
        <p15:guide id="34" orient="horz" pos="5743">
          <p15:clr>
            <a:srgbClr val="00FFFF"/>
          </p15:clr>
        </p15:guide>
        <p15:guide id="35" orient="horz" pos="5887">
          <p15:clr>
            <a:srgbClr val="00FFFF"/>
          </p15:clr>
        </p15:guide>
        <p15:guide id="36" orient="horz" pos="6157">
          <p15:clr>
            <a:srgbClr val="00FFFF"/>
          </p15:clr>
        </p15:guide>
        <p15:guide id="37" orient="horz" pos="6301">
          <p15:clr>
            <a:srgbClr val="00FFFF"/>
          </p15:clr>
        </p15:guide>
        <p15:guide id="38" orient="horz" pos="8518">
          <p15:clr>
            <a:srgbClr val="00FFFF"/>
          </p15:clr>
        </p15:guide>
        <p15:guide id="39" orient="horz" pos="8663">
          <p15:clr>
            <a:srgbClr val="00FFFF"/>
          </p15:clr>
        </p15:guide>
        <p15:guide id="40" orient="horz" pos="8934">
          <p15:clr>
            <a:srgbClr val="00FFFF"/>
          </p15:clr>
        </p15:guide>
        <p15:guide id="41" orient="horz" pos="9078">
          <p15:clr>
            <a:srgbClr val="00FFFF"/>
          </p15:clr>
        </p15:guide>
        <p15:guide id="42" orient="horz" pos="11290">
          <p15:clr>
            <a:srgbClr val="00FFFF"/>
          </p15:clr>
        </p15:guide>
        <p15:guide id="43" orient="horz" pos="11434">
          <p15:clr>
            <a:srgbClr val="00FFFF"/>
          </p15:clr>
        </p15:guide>
        <p15:guide id="44" orient="horz" pos="11703">
          <p15:clr>
            <a:srgbClr val="00FFFF"/>
          </p15:clr>
        </p15:guide>
        <p15:guide id="45" orient="horz" pos="11848">
          <p15:clr>
            <a:srgbClr val="00FFFF"/>
          </p15:clr>
        </p15:guide>
        <p15:guide id="46" orient="horz" pos="12079">
          <p15:clr>
            <a:srgbClr val="00FFFF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037" orient="horz"/>
        <p:guide pos="20880"/>
        <p:guide pos="20949"/>
        <p:guide pos="144"/>
        <p:guide pos="70"/>
        <p:guide pos="68" orient="horz"/>
        <p:guide pos="144" orient="horz"/>
        <p:guide pos="13968" orient="horz"/>
        <p:guide pos="576"/>
        <p:guide pos="20448"/>
        <p:guide pos="13536" orient="horz"/>
        <p:guide pos="576" orient="horz"/>
        <p:guide pos="2637" orient="horz"/>
        <p:guide pos="2868" orient="horz"/>
        <p:guide pos="10512"/>
        <p:guide pos="7120"/>
        <p:guide pos="13905"/>
        <p:guide pos="14135"/>
        <p:guide pos="6889"/>
        <p:guide pos="5631" orient="horz"/>
        <p:guide pos="5863" orient="horz"/>
        <p:guide pos="8138" orient="horz"/>
        <p:guide pos="7908" orient="horz"/>
        <p:guide pos="7195" orient="horz"/>
        <p:guide pos="7425" orient="horz"/>
        <p:guide pos="3732"/>
        <p:guide pos="17292"/>
        <p:guide pos="10263" orient="horz"/>
        <p:guide pos="10495" orient="horz"/>
        <p:guide pos="3382" orient="horz"/>
        <p:guide pos="3525" orient="horz"/>
        <p:guide pos="14365"/>
        <p:guide pos="20218"/>
        <p:guide pos="5743" orient="horz"/>
        <p:guide pos="5887" orient="horz"/>
        <p:guide pos="6157" orient="horz"/>
        <p:guide pos="6301" orient="horz"/>
        <p:guide pos="8518" orient="horz"/>
        <p:guide pos="8663" orient="horz"/>
        <p:guide pos="8934" orient="horz"/>
        <p:guide pos="9078" orient="horz"/>
        <p:guide pos="11290" orient="horz"/>
        <p:guide pos="11434" orient="horz"/>
        <p:guide pos="11703" orient="horz"/>
        <p:guide pos="11848" orient="horz"/>
        <p:guide pos="12079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Lexend-regular.fntdata"/><Relationship Id="rId10" Type="http://schemas.openxmlformats.org/officeDocument/2006/relationships/font" Target="fonts/LexendMedium-bold.fntdata"/><Relationship Id="rId12" Type="http://schemas.openxmlformats.org/officeDocument/2006/relationships/font" Target="fonts/Lexend-bold.fntdata"/><Relationship Id="rId9" Type="http://schemas.openxmlformats.org/officeDocument/2006/relationships/font" Target="fonts/LexendMedium-regular.fntdata"/><Relationship Id="rId6" Type="http://schemas.openxmlformats.org/officeDocument/2006/relationships/slide" Target="slides/slide1.xml"/><Relationship Id="rId7" Type="http://schemas.openxmlformats.org/officeDocument/2006/relationships/font" Target="fonts/LexendSemiBold-regular.fntdata"/><Relationship Id="rId8" Type="http://schemas.openxmlformats.org/officeDocument/2006/relationships/font" Target="fonts/LexendSemiBold-bold.fntdata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37735" y="3243038"/>
            <a:ext cx="31100100" cy="8940300"/>
          </a:xfrm>
          <a:prstGeom prst="rect">
            <a:avLst/>
          </a:prstGeom>
        </p:spPr>
        <p:txBody>
          <a:bodyPr anchorCtr="0" anchor="b" bIns="355100" lIns="355100" spcFirstLastPara="1" rIns="355100" wrap="square" tIns="35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1pPr>
            <a:lvl2pPr lvl="1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2pPr>
            <a:lvl3pPr lvl="2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3pPr>
            <a:lvl4pPr lvl="3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4pPr>
            <a:lvl5pPr lvl="4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5pPr>
            <a:lvl6pPr lvl="5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6pPr>
            <a:lvl7pPr lvl="6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7pPr>
            <a:lvl8pPr lvl="7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8pPr>
            <a:lvl9pPr lvl="8" algn="ctr">
              <a:spcBef>
                <a:spcPts val="0"/>
              </a:spcBef>
              <a:spcAft>
                <a:spcPts val="0"/>
              </a:spcAft>
              <a:buSzPts val="20198"/>
              <a:buNone/>
              <a:defRPr sz="20198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37705" y="12344189"/>
            <a:ext cx="31100100" cy="34524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37705" y="9368147"/>
            <a:ext cx="31100100" cy="36663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1pPr>
            <a:lvl2pPr lvl="1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2pPr>
            <a:lvl3pPr lvl="2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3pPr>
            <a:lvl4pPr lvl="3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4pPr>
            <a:lvl5pPr lvl="4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5pPr>
            <a:lvl6pPr lvl="5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6pPr>
            <a:lvl7pPr lvl="6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7pPr>
            <a:lvl8pPr lvl="7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8pPr>
            <a:lvl9pPr lvl="8" algn="ctr">
              <a:spcBef>
                <a:spcPts val="0"/>
              </a:spcBef>
              <a:spcAft>
                <a:spcPts val="0"/>
              </a:spcAft>
              <a:buSzPts val="13983"/>
              <a:buNone/>
              <a:defRPr sz="1398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37705" y="1938331"/>
            <a:ext cx="31100100" cy="24945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1pPr>
            <a:lvl2pPr lvl="1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2pPr>
            <a:lvl3pPr lvl="2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3pPr>
            <a:lvl4pPr lvl="3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4pPr>
            <a:lvl5pPr lvl="4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5pPr>
            <a:lvl6pPr lvl="5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6pPr>
            <a:lvl7pPr lvl="6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7pPr>
            <a:lvl8pPr lvl="7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8pPr>
            <a:lvl9pPr lvl="8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37705" y="5019669"/>
            <a:ext cx="31100100" cy="148803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672559" lvl="0" marL="457200">
              <a:spcBef>
                <a:spcPts val="0"/>
              </a:spcBef>
              <a:spcAft>
                <a:spcPts val="0"/>
              </a:spcAft>
              <a:buSzPts val="6991"/>
              <a:buChar char="●"/>
              <a:defRPr sz="6991"/>
            </a:lvl1pPr>
            <a:lvl2pPr indent="-573902" lvl="1" marL="9144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2pPr>
            <a:lvl3pPr indent="-573902" lvl="2" marL="13716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3pPr>
            <a:lvl4pPr indent="-573902" lvl="3" marL="18288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4pPr>
            <a:lvl5pPr indent="-573902" lvl="4" marL="22860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5pPr>
            <a:lvl6pPr indent="-573902" lvl="5" marL="27432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6pPr>
            <a:lvl7pPr indent="-573902" lvl="6" marL="32004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7pPr>
            <a:lvl8pPr indent="-573902" lvl="7" marL="36576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8pPr>
            <a:lvl9pPr indent="-573901" lvl="8" marL="41148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37705" y="1938331"/>
            <a:ext cx="31100100" cy="24945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1pPr>
            <a:lvl2pPr lvl="1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2pPr>
            <a:lvl3pPr lvl="2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3pPr>
            <a:lvl4pPr lvl="3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4pPr>
            <a:lvl5pPr lvl="4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5pPr>
            <a:lvl6pPr lvl="5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6pPr>
            <a:lvl7pPr lvl="6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7pPr>
            <a:lvl8pPr lvl="7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8pPr>
            <a:lvl9pPr lvl="8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37705" y="5019669"/>
            <a:ext cx="14599800" cy="148803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573902" lvl="0" marL="4572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1pPr>
            <a:lvl2pPr indent="-524573" lvl="1" marL="9144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2pPr>
            <a:lvl3pPr indent="-524573" lvl="2" marL="13716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3pPr>
            <a:lvl4pPr indent="-524573" lvl="3" marL="18288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4pPr>
            <a:lvl5pPr indent="-524573" lvl="4" marL="22860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5pPr>
            <a:lvl6pPr indent="-524573" lvl="5" marL="27432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6pPr>
            <a:lvl7pPr indent="-524573" lvl="6" marL="32004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7pPr>
            <a:lvl8pPr indent="-524573" lvl="7" marL="36576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8pPr>
            <a:lvl9pPr indent="-524573" lvl="8" marL="41148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638260" y="5019669"/>
            <a:ext cx="14599800" cy="148803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573902" lvl="0" marL="4572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1pPr>
            <a:lvl2pPr indent="-524573" lvl="1" marL="9144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2pPr>
            <a:lvl3pPr indent="-524573" lvl="2" marL="13716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3pPr>
            <a:lvl4pPr indent="-524573" lvl="3" marL="18288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4pPr>
            <a:lvl5pPr indent="-524573" lvl="4" marL="22860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5pPr>
            <a:lvl6pPr indent="-524573" lvl="5" marL="27432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6pPr>
            <a:lvl7pPr indent="-524573" lvl="6" marL="32004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7pPr>
            <a:lvl8pPr indent="-524573" lvl="7" marL="36576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8pPr>
            <a:lvl9pPr indent="-524573" lvl="8" marL="41148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37705" y="1938331"/>
            <a:ext cx="31100100" cy="24945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1pPr>
            <a:lvl2pPr lvl="1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2pPr>
            <a:lvl3pPr lvl="2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3pPr>
            <a:lvl4pPr lvl="3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4pPr>
            <a:lvl5pPr lvl="4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5pPr>
            <a:lvl6pPr lvl="5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6pPr>
            <a:lvl7pPr lvl="6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7pPr>
            <a:lvl8pPr lvl="7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8pPr>
            <a:lvl9pPr lvl="8">
              <a:spcBef>
                <a:spcPts val="0"/>
              </a:spcBef>
              <a:spcAft>
                <a:spcPts val="0"/>
              </a:spcAft>
              <a:buSzPts val="10876"/>
              <a:buNone/>
              <a:defRPr sz="10876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37705" y="2419947"/>
            <a:ext cx="10249200" cy="3291600"/>
          </a:xfrm>
          <a:prstGeom prst="rect">
            <a:avLst/>
          </a:prstGeom>
        </p:spPr>
        <p:txBody>
          <a:bodyPr anchorCtr="0" anchor="b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1pPr>
            <a:lvl2pPr lvl="1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2pPr>
            <a:lvl3pPr lvl="2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3pPr>
            <a:lvl4pPr lvl="3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4pPr>
            <a:lvl5pPr lvl="4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5pPr>
            <a:lvl6pPr lvl="5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6pPr>
            <a:lvl7pPr lvl="6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7pPr>
            <a:lvl8pPr lvl="7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8pPr>
            <a:lvl9pPr lvl="8">
              <a:spcBef>
                <a:spcPts val="0"/>
              </a:spcBef>
              <a:spcAft>
                <a:spcPts val="0"/>
              </a:spcAft>
              <a:buSzPts val="9322"/>
              <a:buNone/>
              <a:defRPr sz="9322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37705" y="6052480"/>
            <a:ext cx="10249200" cy="138480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524573" lvl="0" marL="4572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1pPr>
            <a:lvl2pPr indent="-524573" lvl="1" marL="9144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2pPr>
            <a:lvl3pPr indent="-524573" lvl="2" marL="13716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3pPr>
            <a:lvl4pPr indent="-524573" lvl="3" marL="18288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4pPr>
            <a:lvl5pPr indent="-524573" lvl="4" marL="22860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5pPr>
            <a:lvl6pPr indent="-524573" lvl="5" marL="27432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6pPr>
            <a:lvl7pPr indent="-524573" lvl="6" marL="3200400">
              <a:spcBef>
                <a:spcPts val="0"/>
              </a:spcBef>
              <a:spcAft>
                <a:spcPts val="0"/>
              </a:spcAft>
              <a:buSzPts val="4661"/>
              <a:buChar char="●"/>
              <a:defRPr sz="4661"/>
            </a:lvl7pPr>
            <a:lvl8pPr indent="-524573" lvl="7" marL="3657600">
              <a:spcBef>
                <a:spcPts val="0"/>
              </a:spcBef>
              <a:spcAft>
                <a:spcPts val="0"/>
              </a:spcAft>
              <a:buSzPts val="4661"/>
              <a:buChar char="○"/>
              <a:defRPr sz="4661"/>
            </a:lvl8pPr>
            <a:lvl9pPr indent="-524573" lvl="8" marL="4114800">
              <a:spcBef>
                <a:spcPts val="0"/>
              </a:spcBef>
              <a:spcAft>
                <a:spcPts val="0"/>
              </a:spcAft>
              <a:buSzPts val="4661"/>
              <a:buChar char="■"/>
              <a:defRPr sz="4661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89413" y="1960653"/>
            <a:ext cx="23242500" cy="178176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1pPr>
            <a:lvl2pPr lvl="1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2pPr>
            <a:lvl3pPr lvl="2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3pPr>
            <a:lvl4pPr lvl="3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4pPr>
            <a:lvl5pPr lvl="4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5pPr>
            <a:lvl6pPr lvl="5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6pPr>
            <a:lvl7pPr lvl="6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7pPr>
            <a:lvl8pPr lvl="7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8pPr>
            <a:lvl9pPr lvl="8">
              <a:spcBef>
                <a:spcPts val="0"/>
              </a:spcBef>
              <a:spcAft>
                <a:spcPts val="0"/>
              </a:spcAft>
              <a:buSzPts val="18644"/>
              <a:buNone/>
              <a:defRPr sz="18644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687800" y="-544"/>
            <a:ext cx="16687800" cy="2240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55100" lIns="355100" spcFirstLastPara="1" rIns="355100" wrap="square" tIns="355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69075" y="5371162"/>
            <a:ext cx="14764800" cy="6456300"/>
          </a:xfrm>
          <a:prstGeom prst="rect">
            <a:avLst/>
          </a:prstGeom>
        </p:spPr>
        <p:txBody>
          <a:bodyPr anchorCtr="0" anchor="b" bIns="355100" lIns="355100" spcFirstLastPara="1" rIns="355100" wrap="square" tIns="35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1pPr>
            <a:lvl2pPr lvl="1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2pPr>
            <a:lvl3pPr lvl="2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3pPr>
            <a:lvl4pPr lvl="3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4pPr>
            <a:lvl5pPr lvl="4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5pPr>
            <a:lvl6pPr lvl="5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6pPr>
            <a:lvl7pPr lvl="6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7pPr>
            <a:lvl8pPr lvl="7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8pPr>
            <a:lvl9pPr lvl="8" algn="ctr">
              <a:spcBef>
                <a:spcPts val="0"/>
              </a:spcBef>
              <a:spcAft>
                <a:spcPts val="0"/>
              </a:spcAft>
              <a:buSzPts val="16313"/>
              <a:buNone/>
              <a:defRPr sz="1631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69075" y="12208949"/>
            <a:ext cx="14764800" cy="53796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57"/>
              <a:buNone/>
              <a:defRPr sz="815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8029175" y="3153749"/>
            <a:ext cx="14005200" cy="160944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indent="-672559" lvl="0" marL="457200">
              <a:spcBef>
                <a:spcPts val="0"/>
              </a:spcBef>
              <a:spcAft>
                <a:spcPts val="0"/>
              </a:spcAft>
              <a:buSzPts val="6991"/>
              <a:buChar char="●"/>
              <a:defRPr sz="6991"/>
            </a:lvl1pPr>
            <a:lvl2pPr indent="-573902" lvl="1" marL="9144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2pPr>
            <a:lvl3pPr indent="-573902" lvl="2" marL="13716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3pPr>
            <a:lvl4pPr indent="-573902" lvl="3" marL="18288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4pPr>
            <a:lvl5pPr indent="-573902" lvl="4" marL="22860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5pPr>
            <a:lvl6pPr indent="-573902" lvl="5" marL="27432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6pPr>
            <a:lvl7pPr indent="-573902" lvl="6" marL="3200400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7pPr>
            <a:lvl8pPr indent="-573902" lvl="7" marL="3657600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8pPr>
            <a:lvl9pPr indent="-573901" lvl="8" marL="4114800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37705" y="18426504"/>
            <a:ext cx="21895800" cy="2635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91"/>
              <a:buNone/>
              <a:defRPr sz="6991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37705" y="4817789"/>
            <a:ext cx="31100100" cy="8552100"/>
          </a:xfrm>
          <a:prstGeom prst="rect">
            <a:avLst/>
          </a:prstGeom>
        </p:spPr>
        <p:txBody>
          <a:bodyPr anchorCtr="0" anchor="b" bIns="355100" lIns="355100" spcFirstLastPara="1" rIns="355100" wrap="square" tIns="355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1pPr>
            <a:lvl2pPr lvl="1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2pPr>
            <a:lvl3pPr lvl="2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3pPr>
            <a:lvl4pPr lvl="3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4pPr>
            <a:lvl5pPr lvl="4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5pPr>
            <a:lvl6pPr lvl="5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6pPr>
            <a:lvl7pPr lvl="6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7pPr>
            <a:lvl8pPr lvl="7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8pPr>
            <a:lvl9pPr lvl="8" algn="ctr">
              <a:spcBef>
                <a:spcPts val="0"/>
              </a:spcBef>
              <a:spcAft>
                <a:spcPts val="0"/>
              </a:spcAft>
              <a:buSzPts val="46610"/>
              <a:buNone/>
              <a:defRPr sz="4661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37705" y="13729691"/>
            <a:ext cx="31100100" cy="5665500"/>
          </a:xfrm>
          <a:prstGeom prst="rect">
            <a:avLst/>
          </a:prstGeom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672559" lvl="0" marL="457200" algn="ctr">
              <a:spcBef>
                <a:spcPts val="0"/>
              </a:spcBef>
              <a:spcAft>
                <a:spcPts val="0"/>
              </a:spcAft>
              <a:buSzPts val="6991"/>
              <a:buChar char="●"/>
              <a:defRPr sz="6991"/>
            </a:lvl1pPr>
            <a:lvl2pPr indent="-573902" lvl="1" marL="914400" algn="ctr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2pPr>
            <a:lvl3pPr indent="-573902" lvl="2" marL="1371600" algn="ctr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3pPr>
            <a:lvl4pPr indent="-573902" lvl="3" marL="1828800" algn="ctr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4pPr>
            <a:lvl5pPr indent="-573902" lvl="4" marL="2286000" algn="ctr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5pPr>
            <a:lvl6pPr indent="-573902" lvl="5" marL="2743200" algn="ctr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6pPr>
            <a:lvl7pPr indent="-573902" lvl="6" marL="3200400" algn="ctr">
              <a:spcBef>
                <a:spcPts val="0"/>
              </a:spcBef>
              <a:spcAft>
                <a:spcPts val="0"/>
              </a:spcAft>
              <a:buSzPts val="5438"/>
              <a:buChar char="●"/>
              <a:defRPr sz="5438"/>
            </a:lvl7pPr>
            <a:lvl8pPr indent="-573902" lvl="7" marL="3657600" algn="ctr">
              <a:spcBef>
                <a:spcPts val="0"/>
              </a:spcBef>
              <a:spcAft>
                <a:spcPts val="0"/>
              </a:spcAft>
              <a:buSzPts val="5438"/>
              <a:buChar char="○"/>
              <a:defRPr sz="5438"/>
            </a:lvl8pPr>
            <a:lvl9pPr indent="-573901" lvl="8" marL="4114800" algn="ctr">
              <a:spcBef>
                <a:spcPts val="0"/>
              </a:spcBef>
              <a:spcAft>
                <a:spcPts val="0"/>
              </a:spcAft>
              <a:buSzPts val="5438"/>
              <a:buChar char="■"/>
              <a:defRPr sz="5438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>
              <a:buNone/>
              <a:defRPr sz="3884"/>
            </a:lvl1pPr>
            <a:lvl2pPr lvl="1">
              <a:buNone/>
              <a:defRPr sz="3884"/>
            </a:lvl2pPr>
            <a:lvl3pPr lvl="2">
              <a:buNone/>
              <a:defRPr sz="3884"/>
            </a:lvl3pPr>
            <a:lvl4pPr lvl="3">
              <a:buNone/>
              <a:defRPr sz="3884"/>
            </a:lvl4pPr>
            <a:lvl5pPr lvl="4">
              <a:buNone/>
              <a:defRPr sz="3884"/>
            </a:lvl5pPr>
            <a:lvl6pPr lvl="5">
              <a:buNone/>
              <a:defRPr sz="3884"/>
            </a:lvl6pPr>
            <a:lvl7pPr lvl="6">
              <a:buNone/>
              <a:defRPr sz="3884"/>
            </a:lvl7pPr>
            <a:lvl8pPr lvl="7">
              <a:buNone/>
              <a:defRPr sz="3884"/>
            </a:lvl8pPr>
            <a:lvl9pPr lvl="8">
              <a:buNone/>
              <a:defRPr sz="3884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37705" y="1938331"/>
            <a:ext cx="311001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100" lIns="355100" spcFirstLastPara="1" rIns="355100" wrap="square" tIns="355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76"/>
              <a:buNone/>
              <a:defRPr sz="10876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37705" y="5019669"/>
            <a:ext cx="31100100" cy="14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100" lIns="355100" spcFirstLastPara="1" rIns="355100" wrap="square" tIns="355100">
            <a:normAutofit/>
          </a:bodyPr>
          <a:lstStyle>
            <a:lvl1pPr indent="-672559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91"/>
              <a:buChar char="●"/>
              <a:defRPr sz="6991">
                <a:solidFill>
                  <a:schemeClr val="dk2"/>
                </a:solidFill>
              </a:defRPr>
            </a:lvl1pPr>
            <a:lvl2pPr indent="-57390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○"/>
              <a:defRPr sz="5438">
                <a:solidFill>
                  <a:schemeClr val="dk2"/>
                </a:solidFill>
              </a:defRPr>
            </a:lvl2pPr>
            <a:lvl3pPr indent="-57390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■"/>
              <a:defRPr sz="5438">
                <a:solidFill>
                  <a:schemeClr val="dk2"/>
                </a:solidFill>
              </a:defRPr>
            </a:lvl3pPr>
            <a:lvl4pPr indent="-57390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●"/>
              <a:defRPr sz="5438">
                <a:solidFill>
                  <a:schemeClr val="dk2"/>
                </a:solidFill>
              </a:defRPr>
            </a:lvl4pPr>
            <a:lvl5pPr indent="-57390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○"/>
              <a:defRPr sz="5438">
                <a:solidFill>
                  <a:schemeClr val="dk2"/>
                </a:solidFill>
              </a:defRPr>
            </a:lvl5pPr>
            <a:lvl6pPr indent="-57390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■"/>
              <a:defRPr sz="5438">
                <a:solidFill>
                  <a:schemeClr val="dk2"/>
                </a:solidFill>
              </a:defRPr>
            </a:lvl6pPr>
            <a:lvl7pPr indent="-57390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●"/>
              <a:defRPr sz="5438">
                <a:solidFill>
                  <a:schemeClr val="dk2"/>
                </a:solidFill>
              </a:defRPr>
            </a:lvl7pPr>
            <a:lvl8pPr indent="-57390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○"/>
              <a:defRPr sz="5438">
                <a:solidFill>
                  <a:schemeClr val="dk2"/>
                </a:solidFill>
              </a:defRPr>
            </a:lvl8pPr>
            <a:lvl9pPr indent="-573901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38"/>
              <a:buChar char="■"/>
              <a:defRPr sz="5438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924471" y="20310900"/>
            <a:ext cx="2002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100" lIns="355100" spcFirstLastPara="1" rIns="355100" wrap="square" tIns="355100">
            <a:normAutofit/>
          </a:bodyPr>
          <a:lstStyle>
            <a:lvl1pPr lvl="0" algn="r">
              <a:buNone/>
              <a:defRPr sz="3884">
                <a:solidFill>
                  <a:schemeClr val="dk2"/>
                </a:solidFill>
              </a:defRPr>
            </a:lvl1pPr>
            <a:lvl2pPr lvl="1" algn="r">
              <a:buNone/>
              <a:defRPr sz="3884">
                <a:solidFill>
                  <a:schemeClr val="dk2"/>
                </a:solidFill>
              </a:defRPr>
            </a:lvl2pPr>
            <a:lvl3pPr lvl="2" algn="r">
              <a:buNone/>
              <a:defRPr sz="3884">
                <a:solidFill>
                  <a:schemeClr val="dk2"/>
                </a:solidFill>
              </a:defRPr>
            </a:lvl3pPr>
            <a:lvl4pPr lvl="3" algn="r">
              <a:buNone/>
              <a:defRPr sz="3884">
                <a:solidFill>
                  <a:schemeClr val="dk2"/>
                </a:solidFill>
              </a:defRPr>
            </a:lvl4pPr>
            <a:lvl5pPr lvl="4" algn="r">
              <a:buNone/>
              <a:defRPr sz="3884">
                <a:solidFill>
                  <a:schemeClr val="dk2"/>
                </a:solidFill>
              </a:defRPr>
            </a:lvl5pPr>
            <a:lvl6pPr lvl="5" algn="r">
              <a:buNone/>
              <a:defRPr sz="3884">
                <a:solidFill>
                  <a:schemeClr val="dk2"/>
                </a:solidFill>
              </a:defRPr>
            </a:lvl6pPr>
            <a:lvl7pPr lvl="6" algn="r">
              <a:buNone/>
              <a:defRPr sz="3884">
                <a:solidFill>
                  <a:schemeClr val="dk2"/>
                </a:solidFill>
              </a:defRPr>
            </a:lvl7pPr>
            <a:lvl8pPr lvl="7" algn="r">
              <a:buNone/>
              <a:defRPr sz="3884">
                <a:solidFill>
                  <a:schemeClr val="dk2"/>
                </a:solidFill>
              </a:defRPr>
            </a:lvl8pPr>
            <a:lvl9pPr lvl="8" algn="r">
              <a:buNone/>
              <a:defRPr sz="3884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hyperlink" Target="https://bitcoin.org/bitcoin.pdf" TargetMode="External"/><Relationship Id="rId11" Type="http://schemas.openxmlformats.org/officeDocument/2006/relationships/image" Target="../media/image1.png"/><Relationship Id="rId10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hyperlink" Target="https://eprint.iacr.org/2018/040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0525" y="107225"/>
            <a:ext cx="33146100" cy="22176600"/>
          </a:xfrm>
          <a:prstGeom prst="rect">
            <a:avLst/>
          </a:prstGeom>
          <a:solidFill>
            <a:srgbClr val="141A36"/>
          </a:solidFill>
          <a:ln>
            <a:noFill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pic>
        <p:nvPicPr>
          <p:cNvPr id="55" name="Google Shape;55;p13" title="image_cr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3904" y="4553710"/>
            <a:ext cx="10768800" cy="6867900"/>
          </a:xfrm>
          <a:prstGeom prst="roundRect">
            <a:avLst>
              <a:gd fmla="val 8423" name="adj"/>
            </a:avLst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914400" y="914400"/>
            <a:ext cx="31546800" cy="3272400"/>
          </a:xfrm>
          <a:prstGeom prst="roundRect">
            <a:avLst>
              <a:gd fmla="val 13877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914500" y="914400"/>
            <a:ext cx="31546800" cy="3272400"/>
          </a:xfrm>
          <a:prstGeom prst="rect">
            <a:avLst/>
          </a:prstGeom>
          <a:noFill/>
          <a:ln>
            <a:noFill/>
          </a:ln>
          <a:effectLst>
            <a:outerShdw blurRad="29038" rotWithShape="0" algn="bl" dir="8100000" dist="48397">
              <a:srgbClr val="000000">
                <a:alpha val="44000"/>
              </a:srgbClr>
            </a:outerShdw>
          </a:effectLst>
        </p:spPr>
        <p:txBody>
          <a:bodyPr anchorCtr="0" anchor="b" bIns="260175" lIns="355100" spcFirstLastPara="1" rIns="355100" wrap="square" tIns="16725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6"/>
              <a:buNone/>
            </a:pPr>
            <a:r>
              <a:rPr b="1" lang="en" sz="6504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Bitcoin Double Spend Website</a:t>
            </a:r>
            <a:endParaRPr b="1" sz="6097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None/>
            </a:pPr>
            <a:r>
              <a:rPr baseline="30000" lang="en" sz="3658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/>
            </a:r>
            <a:endParaRPr baseline="30000" sz="3658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None/>
            </a:pPr>
            <a:r>
              <a:rPr baseline="30000" lang="en" sz="3658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/>
            </a:r>
            <a:endParaRPr baseline="30000" sz="3658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0"/>
              <a:buNone/>
            </a:pPr>
            <a:r>
              <a:rPr lang="en" sz="3658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Department of Computer Science &amp; Engineering</a:t>
            </a:r>
            <a:endParaRPr sz="3658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925525" y="12919493"/>
            <a:ext cx="10007700" cy="8568900"/>
          </a:xfrm>
          <a:prstGeom prst="roundRect">
            <a:avLst>
              <a:gd fmla="val 9148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59" name="Google Shape;59;p13"/>
          <p:cNvSpPr txBox="1"/>
          <p:nvPr/>
        </p:nvSpPr>
        <p:spPr>
          <a:xfrm>
            <a:off x="928508" y="13734118"/>
            <a:ext cx="10007700" cy="77541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5400000" dist="19359">
              <a:srgbClr val="000000">
                <a:alpha val="50000"/>
              </a:srgbClr>
            </a:outerShdw>
          </a:effectLst>
        </p:spPr>
        <p:txBody>
          <a:bodyPr anchorCtr="0" anchor="t" bIns="17925" lIns="17925" spcFirstLastPara="1" rIns="65025" wrap="square" tIns="111500">
            <a:noAutofit/>
          </a:bodyPr>
          <a:lstStyle/>
          <a:p>
            <a:pPr indent="278765" lvl="0" marL="185843" marR="9292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Arial"/>
              <a:buNone/>
            </a:pP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The Bitcoin Double Spend Website is a blockchain analysis tool designed to assess and visualize the real-time risk of double spend attacks. By monitoring transactions directly from the peer-to-peer network, the system educates users on the mechanics of blockchain security and transaction finality.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278765" lvl="0" marL="185843" marR="9292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Arial"/>
              <a:buNone/>
            </a:pPr>
            <a:r>
              <a:t/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Data Acquisition: 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Runs a full Bitcoin Core Node on the UAA network to gain direct access to the global mempool and blockchain history.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Risk Analysis Engine: 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A Python-based service that interfaces with the node to calculate real-time double spend probabilities based on a given transaction’s age and number of confirmations on the network.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Backend API: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An ASP.NET Core API that orchestrates communication between the analytical engine and the user interface.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Frontend &amp; Visualization:</a:t>
            </a:r>
            <a:r>
              <a:rPr b="1" i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A responsive Blazor web application featuring transaction summaries, interactive graphs to visualize transaction risks, and network trends.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928508" y="12916675"/>
            <a:ext cx="100077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61" name="Google Shape;61;p13"/>
          <p:cNvSpPr/>
          <p:nvPr/>
        </p:nvSpPr>
        <p:spPr>
          <a:xfrm>
            <a:off x="914413" y="4553712"/>
            <a:ext cx="10010700" cy="4386300"/>
          </a:xfrm>
          <a:prstGeom prst="roundRect">
            <a:avLst>
              <a:gd fmla="val 12032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62" name="Google Shape;62;p13"/>
          <p:cNvSpPr txBox="1"/>
          <p:nvPr/>
        </p:nvSpPr>
        <p:spPr>
          <a:xfrm>
            <a:off x="914413" y="5368339"/>
            <a:ext cx="10010700" cy="35202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5400000" dist="19359">
              <a:srgbClr val="000000">
                <a:alpha val="50000"/>
              </a:srgbClr>
            </a:outerShdw>
          </a:effectLst>
        </p:spPr>
        <p:txBody>
          <a:bodyPr anchorCtr="0" anchor="t" bIns="17925" lIns="17925" spcFirstLastPara="1" rIns="17925" wrap="square" tIns="17925">
            <a:noAutofit/>
          </a:bodyPr>
          <a:lstStyle/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Double spending is a threat to the integrity of the Bitcoin blockchain in which an attacker attempts to spend the same Bitcoin in two different transactions. 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The attacker first sends Bitcoin to another user, then creates a second conflicting transaction that sends those same funds back to themselves. 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If the second transaction is confirmed instead of the first, the attacker keeps the Bitcoin, and the original recipient loses the payment and goods.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914400" y="4553700"/>
            <a:ext cx="100107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430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64" name="Google Shape;64;p13"/>
          <p:cNvSpPr txBox="1"/>
          <p:nvPr/>
        </p:nvSpPr>
        <p:spPr>
          <a:xfrm>
            <a:off x="914400" y="4553705"/>
            <a:ext cx="10010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406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What is Double Spend?</a:t>
            </a:r>
            <a:endParaRPr i="0" sz="4065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28508" y="12919517"/>
            <a:ext cx="10007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6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Summary</a:t>
            </a:r>
            <a:endParaRPr i="0" sz="4065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1304075" y="16665675"/>
            <a:ext cx="10766400" cy="4822500"/>
          </a:xfrm>
          <a:prstGeom prst="roundRect">
            <a:avLst>
              <a:gd fmla="val 9148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67" name="Google Shape;67;p13"/>
          <p:cNvSpPr txBox="1"/>
          <p:nvPr/>
        </p:nvSpPr>
        <p:spPr>
          <a:xfrm>
            <a:off x="11303900" y="17477350"/>
            <a:ext cx="10769700" cy="40110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5400000" dist="19359">
              <a:srgbClr val="000000">
                <a:alpha val="50000"/>
              </a:srgbClr>
            </a:outerShdw>
          </a:effectLst>
        </p:spPr>
        <p:txBody>
          <a:bodyPr anchorCtr="0" anchor="t" bIns="17925" lIns="17925" spcFirstLastPara="1" rIns="65025" wrap="square" tIns="204400">
            <a:noAutofit/>
          </a:bodyPr>
          <a:lstStyle/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Education: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Users gain a clearer understanding of what double spend attacks are and what the risks are associated with it.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Accessibility: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Traditional blockchain explorers don’t commonly provide risk data, limiting how easily users can learn and understand transaction risks. Our platform improves access to these insights through a more user-friendly and informative interface.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Usability: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Provides an intuitive interface that is easy to use and conveys information efficiently.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1303975" y="16662850"/>
            <a:ext cx="107697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69" name="Google Shape;69;p13"/>
          <p:cNvSpPr txBox="1"/>
          <p:nvPr/>
        </p:nvSpPr>
        <p:spPr>
          <a:xfrm>
            <a:off x="11303900" y="16662850"/>
            <a:ext cx="10769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 Outcomes</a:t>
            </a:r>
            <a:endParaRPr i="0" sz="2972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1303450" y="11791325"/>
            <a:ext cx="10767000" cy="4501800"/>
          </a:xfrm>
          <a:prstGeom prst="roundRect">
            <a:avLst>
              <a:gd fmla="val 9148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71" name="Google Shape;71;p13"/>
          <p:cNvSpPr txBox="1"/>
          <p:nvPr/>
        </p:nvSpPr>
        <p:spPr>
          <a:xfrm>
            <a:off x="11303900" y="12603000"/>
            <a:ext cx="10769700" cy="36900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5400000" dist="19359">
              <a:srgbClr val="000000">
                <a:alpha val="50000"/>
              </a:srgbClr>
            </a:outerShdw>
          </a:effectLst>
        </p:spPr>
        <p:txBody>
          <a:bodyPr anchorCtr="0" anchor="t" bIns="17925" lIns="17925" spcFirstLastPara="1" rIns="65025" wrap="square" tIns="111500">
            <a:noAutofit/>
          </a:bodyPr>
          <a:lstStyle/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Txid Lookup: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A user can search any transaction on the Bitcoin blockchain by its transaction ID (Txid)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Detailed Insights: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View transaction age, inputs, outputs, and total BTC spent.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Live Risk Metrics: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Assess double spend probability in real-time. Adjust the alpha value to simulate risks from varying attacker hash power.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7173" lvl="0" marL="46460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39"/>
              <a:buFont typeface="Lexend"/>
              <a:buChar char="●"/>
            </a:pPr>
            <a:r>
              <a:rPr b="1"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Interactive Visuals:</a:t>
            </a:r>
            <a:r>
              <a:rPr lang="en" sz="2439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 Track and analyze risk trends over time.</a:t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185843" marR="0" rtl="0" algn="l">
              <a:spcBef>
                <a:spcPts val="1219"/>
              </a:spcBef>
              <a:spcAft>
                <a:spcPts val="0"/>
              </a:spcAft>
              <a:buNone/>
            </a:pPr>
            <a:r>
              <a:t/>
            </a:r>
            <a:endParaRPr sz="2439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1306659" y="11788500"/>
            <a:ext cx="107670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73" name="Google Shape;73;p13"/>
          <p:cNvSpPr txBox="1"/>
          <p:nvPr/>
        </p:nvSpPr>
        <p:spPr>
          <a:xfrm>
            <a:off x="11303825" y="11788500"/>
            <a:ext cx="107697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Features</a:t>
            </a:r>
            <a:endParaRPr i="0" sz="2972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24624113" y="1051187"/>
            <a:ext cx="5652300" cy="8385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8100000" dist="19359">
              <a:srgbClr val="000000">
                <a:alpha val="40000"/>
              </a:srgbClr>
            </a:outerShdw>
          </a:effectLst>
        </p:spPr>
        <p:txBody>
          <a:bodyPr anchorCtr="0" anchor="t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81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Spring 2026</a:t>
            </a:r>
            <a:endParaRPr sz="5081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3"/>
          <p:cNvSpPr/>
          <p:nvPr/>
        </p:nvSpPr>
        <p:spPr>
          <a:xfrm>
            <a:off x="22439375" y="19176050"/>
            <a:ext cx="10023600" cy="2312400"/>
          </a:xfrm>
          <a:prstGeom prst="roundRect">
            <a:avLst>
              <a:gd fmla="val 19891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76" name="Google Shape;76;p13"/>
          <p:cNvSpPr txBox="1"/>
          <p:nvPr/>
        </p:nvSpPr>
        <p:spPr>
          <a:xfrm>
            <a:off x="22441300" y="19925600"/>
            <a:ext cx="10023600" cy="2293800"/>
          </a:xfrm>
          <a:prstGeom prst="rect">
            <a:avLst/>
          </a:prstGeom>
          <a:noFill/>
          <a:ln>
            <a:noFill/>
          </a:ln>
          <a:effectLst>
            <a:outerShdw blurRad="58076" rotWithShape="0" algn="bl" dir="5400000" dist="19359">
              <a:srgbClr val="000000">
                <a:alpha val="50000"/>
              </a:srgbClr>
            </a:outerShdw>
          </a:effectLst>
        </p:spPr>
        <p:txBody>
          <a:bodyPr anchorCtr="0" anchor="t" bIns="17925" lIns="17925" spcFirstLastPara="1" rIns="65025" wrap="square" tIns="204400">
            <a:noAutofit/>
          </a:bodyPr>
          <a:lstStyle/>
          <a:p>
            <a:pPr indent="278765" lvl="0" marL="185843" marR="9292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2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“Bitcoin: A Peer-to-Peer Electronic Cash System,” 2008. [Online]. Available: </a:t>
            </a:r>
            <a:r>
              <a:rPr lang="en" sz="1632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https://bitcoin.org/bitcoin.pdf</a:t>
            </a:r>
            <a:endParaRPr sz="1632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278765" lvl="0" marL="185843" marR="92922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32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“An analysis of acceptance policies for blockchain transactions,” IACR Cryptology ePrint Archive, Rep. 2018/040, Jan. 2018. [Online]. Available: </a:t>
            </a:r>
            <a:r>
              <a:rPr lang="en" sz="1632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https://eprint.iacr.org/2018/040</a:t>
            </a:r>
            <a:endParaRPr sz="1632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13"/>
          <p:cNvSpPr/>
          <p:nvPr/>
        </p:nvSpPr>
        <p:spPr>
          <a:xfrm>
            <a:off x="22441300" y="19176050"/>
            <a:ext cx="100218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78" name="Google Shape;78;p13"/>
          <p:cNvSpPr txBox="1"/>
          <p:nvPr/>
        </p:nvSpPr>
        <p:spPr>
          <a:xfrm>
            <a:off x="22441300" y="19176050"/>
            <a:ext cx="10023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References</a:t>
            </a:r>
            <a:endParaRPr i="0" sz="2972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9" name="Google Shape;79;p13" title="Component diagram - Horizontal-Copy of Page-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5340" y="2199422"/>
            <a:ext cx="7609913" cy="1702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22440375" y="4553725"/>
            <a:ext cx="10021800" cy="14255400"/>
          </a:xfrm>
          <a:prstGeom prst="roundRect">
            <a:avLst>
              <a:gd fmla="val 4208" name="adj"/>
            </a:avLst>
          </a:prstGeom>
          <a:solidFill>
            <a:srgbClr val="0D1128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81" name="Google Shape;81;p13"/>
          <p:cNvSpPr/>
          <p:nvPr/>
        </p:nvSpPr>
        <p:spPr>
          <a:xfrm>
            <a:off x="22439375" y="4553700"/>
            <a:ext cx="10021800" cy="8145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D89E4E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sp>
        <p:nvSpPr>
          <p:cNvPr id="82" name="Google Shape;82;p13"/>
          <p:cNvSpPr txBox="1"/>
          <p:nvPr/>
        </p:nvSpPr>
        <p:spPr>
          <a:xfrm>
            <a:off x="22439375" y="4553713"/>
            <a:ext cx="100218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925" lIns="17925" spcFirstLastPara="1" rIns="17925" wrap="square" tIns="65025">
            <a:noAutofit/>
          </a:bodyPr>
          <a:lstStyle/>
          <a:p>
            <a:pPr indent="0" lvl="0" marL="185843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5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Double Spend Graphs</a:t>
            </a:r>
            <a:endParaRPr i="0" sz="2972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23547572" y="13752580"/>
            <a:ext cx="7805400" cy="43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7620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275" lIns="115275" spcFirstLastPara="1" rIns="115275" wrap="square" tIns="11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 SemiBold"/>
                <a:ea typeface="Lexend SemiBold"/>
                <a:cs typeface="Lexend SemiBold"/>
                <a:sym typeface="Lexend SemiBold"/>
              </a:rPr>
              <a:t>5 hr: Abnormal Confirmations</a:t>
            </a:r>
            <a:endParaRPr sz="24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3547622" y="18148535"/>
            <a:ext cx="7805400" cy="430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7620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275" lIns="115275" spcFirstLastPara="1" rIns="115275" wrap="square" tIns="11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 SemiBold"/>
                <a:ea typeface="Lexend SemiBold"/>
                <a:cs typeface="Lexend SemiBold"/>
                <a:sym typeface="Lexend SemiBold"/>
              </a:rPr>
              <a:t>5 hr: Normal Confirmations</a:t>
            </a:r>
            <a:endParaRPr sz="24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3546526" y="9344214"/>
            <a:ext cx="7807500" cy="4293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 cap="flat" cmpd="sng" w="7620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 SemiBold"/>
                <a:ea typeface="Lexend SemiBold"/>
                <a:cs typeface="Lexend SemiBold"/>
                <a:sym typeface="Lexend SemiBold"/>
              </a:rPr>
              <a:t>Real-Time Analysis</a:t>
            </a:r>
            <a:endParaRPr sz="2400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id="86" name="Google Shape;86;p13" title="CollegeOfEngineering-Rvr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9824" y="1799039"/>
            <a:ext cx="7431151" cy="15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223500" y="-14875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 rot="-5400000">
            <a:off x="44375" y="167550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223500" y="22283825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 rot="-5400000">
            <a:off x="44375" y="22113150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3141900" y="22283825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 rot="5400000">
            <a:off x="33312675" y="22113150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33141900" y="-14875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 rot="5400000">
            <a:off x="33312675" y="167550"/>
            <a:ext cx="10200" cy="12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1303901" y="4553693"/>
            <a:ext cx="10768800" cy="6867900"/>
          </a:xfrm>
          <a:prstGeom prst="roundRect">
            <a:avLst>
              <a:gd fmla="val 7510" name="adj"/>
            </a:avLst>
          </a:prstGeom>
          <a:noFill/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pic>
        <p:nvPicPr>
          <p:cNvPr id="96" name="Google Shape;96;p13" title="a64bfb7d6ef8418080c69efe7a67ba0f (3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21813" y="10002950"/>
            <a:ext cx="9015600" cy="3520200"/>
          </a:xfrm>
          <a:prstGeom prst="roundRect">
            <a:avLst>
              <a:gd fmla="val 13144" name="adj"/>
            </a:avLst>
          </a:prstGeom>
          <a:noFill/>
          <a:ln>
            <a:noFill/>
          </a:ln>
        </p:spPr>
      </p:pic>
      <p:pic>
        <p:nvPicPr>
          <p:cNvPr id="97" name="Google Shape;97;p13" title="23e689822fda4dd88f162935044a6988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42463" y="14405700"/>
            <a:ext cx="9015600" cy="3520200"/>
          </a:xfrm>
          <a:prstGeom prst="roundRect">
            <a:avLst>
              <a:gd fmla="val 12936" name="adj"/>
            </a:avLst>
          </a:prstGeom>
          <a:noFill/>
          <a:ln>
            <a:noFill/>
          </a:ln>
        </p:spPr>
      </p:pic>
      <p:pic>
        <p:nvPicPr>
          <p:cNvPr id="98" name="Google Shape;98;p13" title="f42874baadc04da08e565837526e0673 (1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942475" y="5596125"/>
            <a:ext cx="9015600" cy="3520200"/>
          </a:xfrm>
          <a:prstGeom prst="roundRect">
            <a:avLst>
              <a:gd fmla="val 13083" name="adj"/>
            </a:avLst>
          </a:prstGeom>
          <a:noFill/>
          <a:ln>
            <a:noFill/>
          </a:ln>
        </p:spPr>
      </p:pic>
      <p:sp>
        <p:nvSpPr>
          <p:cNvPr id="99" name="Google Shape;99;p13"/>
          <p:cNvSpPr/>
          <p:nvPr/>
        </p:nvSpPr>
        <p:spPr>
          <a:xfrm>
            <a:off x="1043250" y="9306900"/>
            <a:ext cx="9778200" cy="3272400"/>
          </a:xfrm>
          <a:prstGeom prst="roundRect">
            <a:avLst>
              <a:gd fmla="val 14178" name="adj"/>
            </a:avLst>
          </a:prstGeom>
          <a:solidFill>
            <a:schemeClr val="lt1"/>
          </a:solidFill>
          <a:ln cap="flat" cmpd="sng" w="116150">
            <a:solidFill>
              <a:srgbClr val="0D1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900" lIns="92900" spcFirstLastPara="1" rIns="92900" wrap="square" tIns="92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3"/>
          </a:p>
        </p:txBody>
      </p:sp>
      <p:pic>
        <p:nvPicPr>
          <p:cNvPr id="100" name="Google Shape;100;p13" title="ds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05775" y="9428376"/>
            <a:ext cx="7853149" cy="30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